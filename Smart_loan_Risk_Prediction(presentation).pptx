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uka renuka" userId="097ad82fc25c9489" providerId="LiveId" clId="{8B068B13-AAD6-4F07-A219-E7819884F138}"/>
    <pc:docChg chg="undo custSel addSld delSld modSld sldOrd">
      <pc:chgData name="renuka renuka" userId="097ad82fc25c9489" providerId="LiveId" clId="{8B068B13-AAD6-4F07-A219-E7819884F138}" dt="2026-09-22T08:40:13.646" v="174" actId="2696"/>
      <pc:docMkLst>
        <pc:docMk/>
      </pc:docMkLst>
      <pc:sldChg chg="addSp modSp mod">
        <pc:chgData name="renuka renuka" userId="097ad82fc25c9489" providerId="LiveId" clId="{8B068B13-AAD6-4F07-A219-E7819884F138}" dt="2026-09-21T08:55:34.556" v="59" actId="14100"/>
        <pc:sldMkLst>
          <pc:docMk/>
          <pc:sldMk cId="2538683057" sldId="257"/>
        </pc:sldMkLst>
        <pc:picChg chg="add mod">
          <ac:chgData name="renuka renuka" userId="097ad82fc25c9489" providerId="LiveId" clId="{8B068B13-AAD6-4F07-A219-E7819884F138}" dt="2026-09-21T08:55:34.556" v="59" actId="14100"/>
          <ac:picMkLst>
            <pc:docMk/>
            <pc:sldMk cId="2538683057" sldId="257"/>
            <ac:picMk id="3" creationId="{3F98EB87-7444-88CB-0853-8FA55A5612F1}"/>
          </ac:picMkLst>
        </pc:picChg>
      </pc:sldChg>
      <pc:sldChg chg="addSp modSp new mod">
        <pc:chgData name="renuka renuka" userId="097ad82fc25c9489" providerId="LiveId" clId="{8B068B13-AAD6-4F07-A219-E7819884F138}" dt="2026-09-21T08:55:48.683" v="63" actId="14100"/>
        <pc:sldMkLst>
          <pc:docMk/>
          <pc:sldMk cId="4292254701" sldId="258"/>
        </pc:sldMkLst>
        <pc:picChg chg="add mod">
          <ac:chgData name="renuka renuka" userId="097ad82fc25c9489" providerId="LiveId" clId="{8B068B13-AAD6-4F07-A219-E7819884F138}" dt="2026-09-21T08:55:48.683" v="63" actId="14100"/>
          <ac:picMkLst>
            <pc:docMk/>
            <pc:sldMk cId="4292254701" sldId="258"/>
            <ac:picMk id="3" creationId="{479DC8F4-48A7-F697-DE37-9DA5FC27549B}"/>
          </ac:picMkLst>
        </pc:picChg>
      </pc:sldChg>
      <pc:sldChg chg="addSp modSp new mod">
        <pc:chgData name="renuka renuka" userId="097ad82fc25c9489" providerId="LiveId" clId="{8B068B13-AAD6-4F07-A219-E7819884F138}" dt="2026-09-21T08:55:57.256" v="65" actId="14100"/>
        <pc:sldMkLst>
          <pc:docMk/>
          <pc:sldMk cId="3644880322" sldId="259"/>
        </pc:sldMkLst>
        <pc:picChg chg="add mod">
          <ac:chgData name="renuka renuka" userId="097ad82fc25c9489" providerId="LiveId" clId="{8B068B13-AAD6-4F07-A219-E7819884F138}" dt="2026-09-21T08:55:57.256" v="65" actId="14100"/>
          <ac:picMkLst>
            <pc:docMk/>
            <pc:sldMk cId="3644880322" sldId="259"/>
            <ac:picMk id="3" creationId="{B520A9FA-D238-45B3-2B99-54380F0FD79C}"/>
          </ac:picMkLst>
        </pc:picChg>
      </pc:sldChg>
      <pc:sldChg chg="addSp modSp new mod">
        <pc:chgData name="renuka renuka" userId="097ad82fc25c9489" providerId="LiveId" clId="{8B068B13-AAD6-4F07-A219-E7819884F138}" dt="2026-09-21T08:56:08.985" v="68" actId="14100"/>
        <pc:sldMkLst>
          <pc:docMk/>
          <pc:sldMk cId="654344931" sldId="260"/>
        </pc:sldMkLst>
        <pc:picChg chg="add mod">
          <ac:chgData name="renuka renuka" userId="097ad82fc25c9489" providerId="LiveId" clId="{8B068B13-AAD6-4F07-A219-E7819884F138}" dt="2026-09-21T08:56:08.985" v="68" actId="14100"/>
          <ac:picMkLst>
            <pc:docMk/>
            <pc:sldMk cId="654344931" sldId="260"/>
            <ac:picMk id="3" creationId="{DD253523-4331-B229-D04F-4684A655F4D5}"/>
          </ac:picMkLst>
        </pc:picChg>
      </pc:sldChg>
      <pc:sldChg chg="addSp modSp new mod">
        <pc:chgData name="renuka renuka" userId="097ad82fc25c9489" providerId="LiveId" clId="{8B068B13-AAD6-4F07-A219-E7819884F138}" dt="2026-09-21T08:56:23.095" v="72" actId="14100"/>
        <pc:sldMkLst>
          <pc:docMk/>
          <pc:sldMk cId="4097481951" sldId="261"/>
        </pc:sldMkLst>
        <pc:picChg chg="add mod">
          <ac:chgData name="renuka renuka" userId="097ad82fc25c9489" providerId="LiveId" clId="{8B068B13-AAD6-4F07-A219-E7819884F138}" dt="2026-09-21T08:56:23.095" v="72" actId="14100"/>
          <ac:picMkLst>
            <pc:docMk/>
            <pc:sldMk cId="4097481951" sldId="261"/>
            <ac:picMk id="3" creationId="{131206CE-3DEB-4C9C-1621-DC07873CA284}"/>
          </ac:picMkLst>
        </pc:picChg>
      </pc:sldChg>
      <pc:sldChg chg="addSp modSp new mod">
        <pc:chgData name="renuka renuka" userId="097ad82fc25c9489" providerId="LiveId" clId="{8B068B13-AAD6-4F07-A219-E7819884F138}" dt="2026-09-21T08:56:29.720" v="74" actId="14100"/>
        <pc:sldMkLst>
          <pc:docMk/>
          <pc:sldMk cId="386964078" sldId="262"/>
        </pc:sldMkLst>
        <pc:picChg chg="add mod">
          <ac:chgData name="renuka renuka" userId="097ad82fc25c9489" providerId="LiveId" clId="{8B068B13-AAD6-4F07-A219-E7819884F138}" dt="2026-09-21T08:56:29.720" v="74" actId="14100"/>
          <ac:picMkLst>
            <pc:docMk/>
            <pc:sldMk cId="386964078" sldId="262"/>
            <ac:picMk id="3" creationId="{82542FBA-8423-D636-BAE5-AA498C438DC2}"/>
          </ac:picMkLst>
        </pc:picChg>
      </pc:sldChg>
      <pc:sldChg chg="addSp modSp new mod">
        <pc:chgData name="renuka renuka" userId="097ad82fc25c9489" providerId="LiveId" clId="{8B068B13-AAD6-4F07-A219-E7819884F138}" dt="2026-09-21T13:54:55.986" v="78" actId="14100"/>
        <pc:sldMkLst>
          <pc:docMk/>
          <pc:sldMk cId="2499981909" sldId="263"/>
        </pc:sldMkLst>
        <pc:picChg chg="add mod">
          <ac:chgData name="renuka renuka" userId="097ad82fc25c9489" providerId="LiveId" clId="{8B068B13-AAD6-4F07-A219-E7819884F138}" dt="2026-09-21T13:54:55.986" v="78" actId="14100"/>
          <ac:picMkLst>
            <pc:docMk/>
            <pc:sldMk cId="2499981909" sldId="263"/>
            <ac:picMk id="3" creationId="{D3679B34-DDD0-A2B2-F8C4-A8737E9A03F2}"/>
          </ac:picMkLst>
        </pc:picChg>
      </pc:sldChg>
      <pc:sldChg chg="addSp modSp new mod">
        <pc:chgData name="renuka renuka" userId="097ad82fc25c9489" providerId="LiveId" clId="{8B068B13-AAD6-4F07-A219-E7819884F138}" dt="2026-09-21T13:55:13.856" v="82" actId="14100"/>
        <pc:sldMkLst>
          <pc:docMk/>
          <pc:sldMk cId="2178473080" sldId="264"/>
        </pc:sldMkLst>
        <pc:picChg chg="add mod">
          <ac:chgData name="renuka renuka" userId="097ad82fc25c9489" providerId="LiveId" clId="{8B068B13-AAD6-4F07-A219-E7819884F138}" dt="2026-09-21T13:55:13.856" v="82" actId="14100"/>
          <ac:picMkLst>
            <pc:docMk/>
            <pc:sldMk cId="2178473080" sldId="264"/>
            <ac:picMk id="3" creationId="{E911A6BA-AB7B-08FB-CFED-2121872E1A1F}"/>
          </ac:picMkLst>
        </pc:picChg>
      </pc:sldChg>
      <pc:sldChg chg="addSp modSp new mod">
        <pc:chgData name="renuka renuka" userId="097ad82fc25c9489" providerId="LiveId" clId="{8B068B13-AAD6-4F07-A219-E7819884F138}" dt="2026-09-21T14:10:20.500" v="86" actId="14100"/>
        <pc:sldMkLst>
          <pc:docMk/>
          <pc:sldMk cId="1885698835" sldId="265"/>
        </pc:sldMkLst>
        <pc:picChg chg="add mod">
          <ac:chgData name="renuka renuka" userId="097ad82fc25c9489" providerId="LiveId" clId="{8B068B13-AAD6-4F07-A219-E7819884F138}" dt="2026-09-21T14:10:20.500" v="86" actId="14100"/>
          <ac:picMkLst>
            <pc:docMk/>
            <pc:sldMk cId="1885698835" sldId="265"/>
            <ac:picMk id="3" creationId="{1669FAED-EBB3-B3B3-CB97-EC74A3792998}"/>
          </ac:picMkLst>
        </pc:picChg>
      </pc:sldChg>
      <pc:sldChg chg="addSp delSp modSp new mod">
        <pc:chgData name="renuka renuka" userId="097ad82fc25c9489" providerId="LiveId" clId="{8B068B13-AAD6-4F07-A219-E7819884F138}" dt="2026-09-21T14:10:37.087" v="90" actId="14100"/>
        <pc:sldMkLst>
          <pc:docMk/>
          <pc:sldMk cId="3463067244" sldId="266"/>
        </pc:sldMkLst>
        <pc:spChg chg="add del">
          <ac:chgData name="renuka renuka" userId="097ad82fc25c9489" providerId="LiveId" clId="{8B068B13-AAD6-4F07-A219-E7819884F138}" dt="2026-09-21T08:10:54.535" v="31" actId="22"/>
          <ac:spMkLst>
            <pc:docMk/>
            <pc:sldMk cId="3463067244" sldId="266"/>
            <ac:spMk id="3" creationId="{6C27F16C-B7C4-4877-46C3-73319C9D3B7C}"/>
          </ac:spMkLst>
        </pc:spChg>
        <pc:picChg chg="add mod">
          <ac:chgData name="renuka renuka" userId="097ad82fc25c9489" providerId="LiveId" clId="{8B068B13-AAD6-4F07-A219-E7819884F138}" dt="2026-09-21T14:10:37.087" v="90" actId="14100"/>
          <ac:picMkLst>
            <pc:docMk/>
            <pc:sldMk cId="3463067244" sldId="266"/>
            <ac:picMk id="5" creationId="{8644547E-72DA-F522-04EA-FF1A23AFAA65}"/>
          </ac:picMkLst>
        </pc:picChg>
      </pc:sldChg>
      <pc:sldChg chg="addSp modSp new mod">
        <pc:chgData name="renuka renuka" userId="097ad82fc25c9489" providerId="LiveId" clId="{8B068B13-AAD6-4F07-A219-E7819884F138}" dt="2026-09-21T14:10:54.760" v="94" actId="14100"/>
        <pc:sldMkLst>
          <pc:docMk/>
          <pc:sldMk cId="3119874097" sldId="267"/>
        </pc:sldMkLst>
        <pc:picChg chg="add mod">
          <ac:chgData name="renuka renuka" userId="097ad82fc25c9489" providerId="LiveId" clId="{8B068B13-AAD6-4F07-A219-E7819884F138}" dt="2026-09-21T14:10:54.760" v="94" actId="14100"/>
          <ac:picMkLst>
            <pc:docMk/>
            <pc:sldMk cId="3119874097" sldId="267"/>
            <ac:picMk id="3" creationId="{8DCECB2D-9F22-7697-8F5A-25D61393F752}"/>
          </ac:picMkLst>
        </pc:picChg>
      </pc:sldChg>
      <pc:sldChg chg="addSp modSp new mod">
        <pc:chgData name="renuka renuka" userId="097ad82fc25c9489" providerId="LiveId" clId="{8B068B13-AAD6-4F07-A219-E7819884F138}" dt="2026-09-21T14:12:36.147" v="98" actId="14100"/>
        <pc:sldMkLst>
          <pc:docMk/>
          <pc:sldMk cId="62225529" sldId="268"/>
        </pc:sldMkLst>
        <pc:picChg chg="add mod">
          <ac:chgData name="renuka renuka" userId="097ad82fc25c9489" providerId="LiveId" clId="{8B068B13-AAD6-4F07-A219-E7819884F138}" dt="2026-09-21T14:12:36.147" v="98" actId="14100"/>
          <ac:picMkLst>
            <pc:docMk/>
            <pc:sldMk cId="62225529" sldId="268"/>
            <ac:picMk id="3" creationId="{6BF3864E-8301-428A-4FF8-96574462C9F5}"/>
          </ac:picMkLst>
        </pc:picChg>
      </pc:sldChg>
      <pc:sldChg chg="addSp delSp modSp new mod">
        <pc:chgData name="renuka renuka" userId="097ad82fc25c9489" providerId="LiveId" clId="{8B068B13-AAD6-4F07-A219-E7819884F138}" dt="2026-09-22T05:29:50.045" v="168" actId="14100"/>
        <pc:sldMkLst>
          <pc:docMk/>
          <pc:sldMk cId="2226326959" sldId="269"/>
        </pc:sldMkLst>
        <pc:spChg chg="add del mod">
          <ac:chgData name="renuka renuka" userId="097ad82fc25c9489" providerId="LiveId" clId="{8B068B13-AAD6-4F07-A219-E7819884F138}" dt="2026-09-22T05:29:28.119" v="165" actId="478"/>
          <ac:spMkLst>
            <pc:docMk/>
            <pc:sldMk cId="2226326959" sldId="269"/>
            <ac:spMk id="3" creationId="{98980EBD-26DD-ED54-C63A-D20293D3E4E6}"/>
          </ac:spMkLst>
        </pc:spChg>
        <pc:picChg chg="add del mod">
          <ac:chgData name="renuka renuka" userId="097ad82fc25c9489" providerId="LiveId" clId="{8B068B13-AAD6-4F07-A219-E7819884F138}" dt="2026-09-21T15:47:03.601" v="135" actId="478"/>
          <ac:picMkLst>
            <pc:docMk/>
            <pc:sldMk cId="2226326959" sldId="269"/>
            <ac:picMk id="3" creationId="{58F973EF-D66E-F384-8A9E-F912755CA447}"/>
          </ac:picMkLst>
        </pc:picChg>
        <pc:picChg chg="add del mod">
          <ac:chgData name="renuka renuka" userId="097ad82fc25c9489" providerId="LiveId" clId="{8B068B13-AAD6-4F07-A219-E7819884F138}" dt="2026-09-22T05:29:19.809" v="161" actId="478"/>
          <ac:picMkLst>
            <pc:docMk/>
            <pc:sldMk cId="2226326959" sldId="269"/>
            <ac:picMk id="4" creationId="{3493FC8B-48E6-E0CD-84F5-D952B9DFFF25}"/>
          </ac:picMkLst>
        </pc:picChg>
        <pc:picChg chg="add mod">
          <ac:chgData name="renuka renuka" userId="097ad82fc25c9489" providerId="LiveId" clId="{8B068B13-AAD6-4F07-A219-E7819884F138}" dt="2026-09-22T05:29:50.045" v="168" actId="14100"/>
          <ac:picMkLst>
            <pc:docMk/>
            <pc:sldMk cId="2226326959" sldId="269"/>
            <ac:picMk id="6" creationId="{1756771A-23EA-C478-5DF6-943ED85201EB}"/>
          </ac:picMkLst>
        </pc:picChg>
      </pc:sldChg>
      <pc:sldChg chg="addSp delSp modSp new mod">
        <pc:chgData name="renuka renuka" userId="097ad82fc25c9489" providerId="LiveId" clId="{8B068B13-AAD6-4F07-A219-E7819884F138}" dt="2026-09-22T05:26:19.724" v="158" actId="14100"/>
        <pc:sldMkLst>
          <pc:docMk/>
          <pc:sldMk cId="490618302" sldId="270"/>
        </pc:sldMkLst>
        <pc:picChg chg="add del mod">
          <ac:chgData name="renuka renuka" userId="097ad82fc25c9489" providerId="LiveId" clId="{8B068B13-AAD6-4F07-A219-E7819884F138}" dt="2026-09-21T15:48:30.515" v="142" actId="478"/>
          <ac:picMkLst>
            <pc:docMk/>
            <pc:sldMk cId="490618302" sldId="270"/>
            <ac:picMk id="3" creationId="{977DA083-8423-E27C-77D8-E5F00319F51C}"/>
          </ac:picMkLst>
        </pc:picChg>
        <pc:picChg chg="add mod">
          <ac:chgData name="renuka renuka" userId="097ad82fc25c9489" providerId="LiveId" clId="{8B068B13-AAD6-4F07-A219-E7819884F138}" dt="2026-09-22T05:26:19.724" v="158" actId="14100"/>
          <ac:picMkLst>
            <pc:docMk/>
            <pc:sldMk cId="490618302" sldId="270"/>
            <ac:picMk id="3" creationId="{B62C51CE-6279-2976-E0A1-3B4C4E243CD0}"/>
          </ac:picMkLst>
        </pc:picChg>
        <pc:picChg chg="add del mod">
          <ac:chgData name="renuka renuka" userId="097ad82fc25c9489" providerId="LiveId" clId="{8B068B13-AAD6-4F07-A219-E7819884F138}" dt="2026-09-22T05:26:09.357" v="154" actId="478"/>
          <ac:picMkLst>
            <pc:docMk/>
            <pc:sldMk cId="490618302" sldId="270"/>
            <ac:picMk id="4" creationId="{72DE502F-E3A1-53CB-8FE8-5FEDEA7248F3}"/>
          </ac:picMkLst>
        </pc:picChg>
      </pc:sldChg>
      <pc:sldChg chg="addSp delSp modSp new mod">
        <pc:chgData name="renuka renuka" userId="097ad82fc25c9489" providerId="LiveId" clId="{8B068B13-AAD6-4F07-A219-E7819884F138}" dt="2026-09-21T15:49:53.260" v="153" actId="14100"/>
        <pc:sldMkLst>
          <pc:docMk/>
          <pc:sldMk cId="3284030383" sldId="271"/>
        </pc:sldMkLst>
        <pc:picChg chg="add del mod">
          <ac:chgData name="renuka renuka" userId="097ad82fc25c9489" providerId="LiveId" clId="{8B068B13-AAD6-4F07-A219-E7819884F138}" dt="2026-09-21T15:49:37.538" v="148" actId="478"/>
          <ac:picMkLst>
            <pc:docMk/>
            <pc:sldMk cId="3284030383" sldId="271"/>
            <ac:picMk id="3" creationId="{9909E5D5-B755-48F8-8B36-E290D1AA7343}"/>
          </ac:picMkLst>
        </pc:picChg>
        <pc:picChg chg="add mod">
          <ac:chgData name="renuka renuka" userId="097ad82fc25c9489" providerId="LiveId" clId="{8B068B13-AAD6-4F07-A219-E7819884F138}" dt="2026-09-21T15:49:53.260" v="153" actId="14100"/>
          <ac:picMkLst>
            <pc:docMk/>
            <pc:sldMk cId="3284030383" sldId="271"/>
            <ac:picMk id="4" creationId="{365AEB9E-7B39-8C71-FA3E-85DABC9E59CD}"/>
          </ac:picMkLst>
        </pc:picChg>
      </pc:sldChg>
      <pc:sldChg chg="addSp delSp modSp new mod ord">
        <pc:chgData name="renuka renuka" userId="097ad82fc25c9489" providerId="LiveId" clId="{8B068B13-AAD6-4F07-A219-E7819884F138}" dt="2026-09-22T05:28:51.556" v="160"/>
        <pc:sldMkLst>
          <pc:docMk/>
          <pc:sldMk cId="2030743934" sldId="272"/>
        </pc:sldMkLst>
        <pc:picChg chg="add del">
          <ac:chgData name="renuka renuka" userId="097ad82fc25c9489" providerId="LiveId" clId="{8B068B13-AAD6-4F07-A219-E7819884F138}" dt="2026-09-21T08:31:16.596" v="43" actId="478"/>
          <ac:picMkLst>
            <pc:docMk/>
            <pc:sldMk cId="2030743934" sldId="272"/>
            <ac:picMk id="3" creationId="{3E8F3C38-536F-9E6E-733A-8ACB9585A44A}"/>
          </ac:picMkLst>
        </pc:picChg>
        <pc:picChg chg="add mod">
          <ac:chgData name="renuka renuka" userId="097ad82fc25c9489" providerId="LiveId" clId="{8B068B13-AAD6-4F07-A219-E7819884F138}" dt="2026-09-21T14:13:46.029" v="115" actId="14100"/>
          <ac:picMkLst>
            <pc:docMk/>
            <pc:sldMk cId="2030743934" sldId="272"/>
            <ac:picMk id="5" creationId="{14F92614-5CC4-A7C4-1F6E-AFF0DC14335F}"/>
          </ac:picMkLst>
        </pc:picChg>
      </pc:sldChg>
      <pc:sldChg chg="addSp delSp modSp new del mod">
        <pc:chgData name="renuka renuka" userId="097ad82fc25c9489" providerId="LiveId" clId="{8B068B13-AAD6-4F07-A219-E7819884F138}" dt="2026-09-22T08:40:13.646" v="174" actId="2696"/>
        <pc:sldMkLst>
          <pc:docMk/>
          <pc:sldMk cId="42835510" sldId="273"/>
        </pc:sldMkLst>
        <pc:picChg chg="add del">
          <ac:chgData name="renuka renuka" userId="097ad82fc25c9489" providerId="LiveId" clId="{8B068B13-AAD6-4F07-A219-E7819884F138}" dt="2026-09-21T08:19:40.311" v="39" actId="478"/>
          <ac:picMkLst>
            <pc:docMk/>
            <pc:sldMk cId="42835510" sldId="273"/>
            <ac:picMk id="3" creationId="{5D96B600-17AB-BBF7-9113-34CE6E5DEEC8}"/>
          </ac:picMkLst>
        </pc:picChg>
        <pc:picChg chg="add del">
          <ac:chgData name="renuka renuka" userId="097ad82fc25c9489" providerId="LiveId" clId="{8B068B13-AAD6-4F07-A219-E7819884F138}" dt="2026-09-21T08:35:32.096" v="47" actId="478"/>
          <ac:picMkLst>
            <pc:docMk/>
            <pc:sldMk cId="42835510" sldId="273"/>
            <ac:picMk id="5" creationId="{D78E16B7-2505-9477-820F-C80CEEDC972B}"/>
          </ac:picMkLst>
        </pc:picChg>
        <pc:picChg chg="add del">
          <ac:chgData name="renuka renuka" userId="097ad82fc25c9489" providerId="LiveId" clId="{8B068B13-AAD6-4F07-A219-E7819884F138}" dt="2026-09-21T08:43:00.712" v="55" actId="478"/>
          <ac:picMkLst>
            <pc:docMk/>
            <pc:sldMk cId="42835510" sldId="273"/>
            <ac:picMk id="7" creationId="{16887CFC-0174-A83B-E4BC-9E926B796108}"/>
          </ac:picMkLst>
        </pc:picChg>
        <pc:picChg chg="add mod">
          <ac:chgData name="renuka renuka" userId="097ad82fc25c9489" providerId="LiveId" clId="{8B068B13-AAD6-4F07-A219-E7819884F138}" dt="2026-09-21T14:13:59.702" v="119" actId="14100"/>
          <ac:picMkLst>
            <pc:docMk/>
            <pc:sldMk cId="42835510" sldId="273"/>
            <ac:picMk id="9" creationId="{E569C779-069A-3DED-2869-2618F0CA1142}"/>
          </ac:picMkLst>
        </pc:picChg>
      </pc:sldChg>
      <pc:sldChg chg="addSp delSp modSp new mod">
        <pc:chgData name="renuka renuka" userId="097ad82fc25c9489" providerId="LiveId" clId="{8B068B13-AAD6-4F07-A219-E7819884F138}" dt="2026-09-22T08:36:21.407" v="173" actId="14100"/>
        <pc:sldMkLst>
          <pc:docMk/>
          <pc:sldMk cId="1729976161" sldId="274"/>
        </pc:sldMkLst>
        <pc:picChg chg="add del mod">
          <ac:chgData name="renuka renuka" userId="097ad82fc25c9489" providerId="LiveId" clId="{8B068B13-AAD6-4F07-A219-E7819884F138}" dt="2026-09-22T08:36:12.759" v="169" actId="478"/>
          <ac:picMkLst>
            <pc:docMk/>
            <pc:sldMk cId="1729976161" sldId="274"/>
            <ac:picMk id="3" creationId="{52FFEE8F-4405-7914-6251-EC93630E9573}"/>
          </ac:picMkLst>
        </pc:picChg>
        <pc:picChg chg="add mod">
          <ac:chgData name="renuka renuka" userId="097ad82fc25c9489" providerId="LiveId" clId="{8B068B13-AAD6-4F07-A219-E7819884F138}" dt="2026-09-22T08:36:21.407" v="173" actId="14100"/>
          <ac:picMkLst>
            <pc:docMk/>
            <pc:sldMk cId="1729976161" sldId="274"/>
            <ac:picMk id="4" creationId="{B807D6C9-EB90-DFD4-E5C4-CE8F63D67B4D}"/>
          </ac:picMkLst>
        </pc:picChg>
      </pc:sldChg>
      <pc:sldChg chg="addSp delSp modSp new mod">
        <pc:chgData name="renuka renuka" userId="097ad82fc25c9489" providerId="LiveId" clId="{8B068B13-AAD6-4F07-A219-E7819884F138}" dt="2026-09-21T14:14:40.470" v="129" actId="14100"/>
        <pc:sldMkLst>
          <pc:docMk/>
          <pc:sldMk cId="1200809110" sldId="275"/>
        </pc:sldMkLst>
        <pc:picChg chg="add del">
          <ac:chgData name="renuka renuka" userId="097ad82fc25c9489" providerId="LiveId" clId="{8B068B13-AAD6-4F07-A219-E7819884F138}" dt="2026-09-21T08:37:42.943" v="50" actId="478"/>
          <ac:picMkLst>
            <pc:docMk/>
            <pc:sldMk cId="1200809110" sldId="275"/>
            <ac:picMk id="3" creationId="{CD0D3C4C-CC39-5D03-8A0B-E6218D0CDDF1}"/>
          </ac:picMkLst>
        </pc:picChg>
        <pc:picChg chg="add mod">
          <ac:chgData name="renuka renuka" userId="097ad82fc25c9489" providerId="LiveId" clId="{8B068B13-AAD6-4F07-A219-E7819884F138}" dt="2026-09-21T14:14:40.470" v="129" actId="14100"/>
          <ac:picMkLst>
            <pc:docMk/>
            <pc:sldMk cId="1200809110" sldId="275"/>
            <ac:picMk id="5" creationId="{15E161F3-B54E-B349-3D89-ED52E15D9A28}"/>
          </ac:picMkLst>
        </pc:picChg>
      </pc:sldChg>
      <pc:sldChg chg="addSp delSp modSp new mod">
        <pc:chgData name="renuka renuka" userId="097ad82fc25c9489" providerId="LiveId" clId="{8B068B13-AAD6-4F07-A219-E7819884F138}" dt="2026-09-21T14:15:10.234" v="134" actId="14100"/>
        <pc:sldMkLst>
          <pc:docMk/>
          <pc:sldMk cId="2358185410" sldId="276"/>
        </pc:sldMkLst>
        <pc:picChg chg="add del">
          <ac:chgData name="renuka renuka" userId="097ad82fc25c9489" providerId="LiveId" clId="{8B068B13-AAD6-4F07-A219-E7819884F138}" dt="2026-09-21T08:38:44.688" v="52" actId="478"/>
          <ac:picMkLst>
            <pc:docMk/>
            <pc:sldMk cId="2358185410" sldId="276"/>
            <ac:picMk id="3" creationId="{FEDC1683-1083-A96E-ADE1-D2286730CACB}"/>
          </ac:picMkLst>
        </pc:picChg>
        <pc:picChg chg="add mod">
          <ac:chgData name="renuka renuka" userId="097ad82fc25c9489" providerId="LiveId" clId="{8B068B13-AAD6-4F07-A219-E7819884F138}" dt="2026-09-21T14:15:10.234" v="134" actId="14100"/>
          <ac:picMkLst>
            <pc:docMk/>
            <pc:sldMk cId="2358185410" sldId="276"/>
            <ac:picMk id="5" creationId="{DF8AF155-269E-2F96-AA78-D94374E28B2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BED45-4958-7554-A8B6-C24AED8DE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668494-D5DD-3206-5657-364B9C868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BC6B0-B0C6-9D35-74F6-0B2DD51AC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DF78-1C42-4136-BF1F-40A411463B8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DA207-D77F-B391-8CAB-93F26F5F7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AE2A0-17F1-BCD1-9A22-DAEE68181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A7868-0337-42AD-8ABF-07FD00CC3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738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10C71-249E-ADFC-7A0E-745E3AE40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F21B5-86BF-F9F1-1869-BB376ECD2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011C2-90A4-4AA6-34E0-D81C96E81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DF78-1C42-4136-BF1F-40A411463B8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4341E-22FB-2463-608F-17B27C17E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8185D-C42C-3A80-9CF7-95FF6F50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A7868-0337-42AD-8ABF-07FD00CC3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882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989BE-F448-5F72-EB6A-91A52E91D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58666-79A6-9F79-4159-F37608025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2F43D-0A96-1AFB-24CF-86588AA37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DF78-1C42-4136-BF1F-40A411463B8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8050B-5AEF-B38A-4780-48E6DB6D0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6D0DB-92E0-2D58-FE31-B26C7874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A7868-0337-42AD-8ABF-07FD00CC3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677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5B581-B768-4B3F-94F0-7ED3734E7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53346-37CE-267A-2A66-38354044FF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BE0530-2DA1-F86E-AC05-F65AC55B5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7728CD-D0E9-4BB6-E295-52D06A837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DF78-1C42-4136-BF1F-40A411463B8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90A35-B81D-7206-1DC2-BBB388D33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BC478-CA68-EDFF-FE10-28A73487A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A7868-0337-42AD-8ABF-07FD00CC3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207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DB620-49D4-FA51-EA6A-921117057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E2916-AB8B-DD9A-0B48-7293A652B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5B6FCF-C77B-A375-C88A-AD06D3ADC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18B0A0-BA7A-C5D4-CE87-612B06E55A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DC23B7-A075-7935-5975-8843CE539B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1E6CA1-308F-E0AC-811F-2A90C94A4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DF78-1C42-4136-BF1F-40A411463B8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6CCB8-9163-E382-7A15-3EB7B989A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BDA031-A5C2-8E16-03CA-5DE91734F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A7868-0337-42AD-8ABF-07FD00CC3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855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5B6B4-D1C2-6647-3BDE-94BB0A9EC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57C97-895D-0109-569F-0727292C7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DF78-1C42-4136-BF1F-40A411463B8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75B27-06D0-BE73-6FA4-1CB6A6AF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F65E4-5C04-9093-43BF-BCAA29274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A7868-0337-42AD-8ABF-07FD00CC3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35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0BF0E2-AAB0-E914-1130-AD74A71F4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DF78-1C42-4136-BF1F-40A411463B8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8099C4-7479-9C40-1725-4B811B07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E0D9E-F93D-EB57-4C1C-028FC99DA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A7868-0337-42AD-8ABF-07FD00CC3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314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E8E06-8571-29D0-F41B-776417AF9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195C7-B39A-CCDB-C88B-D98F55F29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0F14E-1694-5BCD-612A-DF79BF75A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0B3A6-D608-3A93-B567-1C2FB93C8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DF78-1C42-4136-BF1F-40A411463B8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A0821-0873-F990-BF37-A5708431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6C39D-8AC4-8398-A8B3-45034D297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A7868-0337-42AD-8ABF-07FD00CC3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786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28BE6-FDA4-6281-6E98-EE382DB59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EF5091-63D3-B396-7DF5-589082433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412D7-AD6B-9518-79F2-E56FC3087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347A1-CE5F-4A19-CD80-0EAE257F9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DF78-1C42-4136-BF1F-40A411463B8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7681A-4CE3-BA87-3CB1-FC0BBC394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564121-7A85-D0E8-0DFE-1B44FD8CD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A7868-0337-42AD-8ABF-07FD00CC3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598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872FF-F680-322B-ED6B-FA3E14A20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E3E4C5-CA01-A9A4-7DFE-E20D18977F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23BD5-00A5-55E5-80BF-5444F56B2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DF78-1C42-4136-BF1F-40A411463B8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87900-51FE-BE9A-138F-F3B4D23D4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AF62A-86C9-8421-7D8E-79554BC33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A7868-0337-42AD-8ABF-07FD00CC3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8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F6CEAB-5038-7F8B-25C9-A889CBE6F5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8D932-46A0-EB08-FAA2-7F281A708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2410D-AD89-7567-D9BF-40F40EDAC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DF78-1C42-4136-BF1F-40A411463B8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AEFF2-7EDE-B4F7-83DB-C4E8D1ED8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281D4-0167-0B87-7EA5-D199245DA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A7868-0337-42AD-8ABF-07FD00CC3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012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4286A-A4CF-E83D-F423-8210ACAB8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D65C4-A342-7FCC-E50F-F950EEFB1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2A0A6-0F13-1262-989F-984BF098DB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5DF78-1C42-4136-BF1F-40A411463B8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6FE91-623D-D4A6-E6B5-556F71A4A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F9E2A-81C5-D6C2-18A4-6AEE591C8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A7868-0337-42AD-8ABF-07FD00CC3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546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E3C8E96-769F-7564-80F0-B64FB2A08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399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98EB87-7444-88CB-0853-8FA55A561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57" y="422787"/>
            <a:ext cx="11854366" cy="587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68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9DC8F4-48A7-F697-DE37-9DA5FC275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19" y="373625"/>
            <a:ext cx="10776155" cy="621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254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20A9FA-D238-45B3-2B99-54380F0FD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704850"/>
            <a:ext cx="11021961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880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253523-4331-B229-D04F-4684A655F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32" y="629265"/>
            <a:ext cx="10972800" cy="552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44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1206CE-3DEB-4C9C-1621-DC07873CA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65" y="521110"/>
            <a:ext cx="11139948" cy="563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481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542FBA-8423-D636-BAE5-AA498C438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35" y="704850"/>
            <a:ext cx="10982633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64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679B34-DDD0-A2B2-F8C4-A8737E9A0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77" y="491613"/>
            <a:ext cx="10766323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81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11A6BA-AB7B-08FB-CFED-2121872E1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97" y="353961"/>
            <a:ext cx="11130116" cy="608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473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69FAED-EBB3-B3B3-CB97-EC74A3792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74" y="324465"/>
            <a:ext cx="11110452" cy="602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698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44547E-72DA-F522-04EA-FF1A23AFA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61" y="334297"/>
            <a:ext cx="10776155" cy="604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67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CECB2D-9F22-7697-8F5A-25D61393F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5" y="304799"/>
            <a:ext cx="10815484" cy="606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874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F3864E-8301-428A-4FF8-96574462C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9" y="304800"/>
            <a:ext cx="10933471" cy="616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25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756771A-23EA-C478-5DF6-943ED8520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12"/>
            <a:ext cx="12192000" cy="681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326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2C51CE-6279-2976-E0A1-3B4C4E243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4227"/>
            <a:ext cx="12192000" cy="674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618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F92614-5CC4-A7C4-1F6E-AFF0DC143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9" y="373625"/>
            <a:ext cx="11090787" cy="598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743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5AEB9E-7B39-8C71-FA3E-85DABC9E5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030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07D6C9-EB90-DFD4-E5C4-CE8F63D67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61" y="193495"/>
            <a:ext cx="11444749" cy="613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976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E161F3-B54E-B349-3D89-ED52E15D9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5" y="265471"/>
            <a:ext cx="11710219" cy="636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809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8AF155-269E-2F96-AA78-D94374E28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185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renuka renuka</dc:creator>
  <cp:lastModifiedBy>renuka renuka</cp:lastModifiedBy>
  <cp:revision>1</cp:revision>
  <dcterms:created xsi:type="dcterms:W3CDTF">2026-09-21T05:41:11Z</dcterms:created>
  <dcterms:modified xsi:type="dcterms:W3CDTF">2026-09-22T08:40:18Z</dcterms:modified>
</cp:coreProperties>
</file>